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5" r:id="rId4"/>
    <p:sldId id="263" r:id="rId5"/>
    <p:sldId id="264" r:id="rId6"/>
    <p:sldId id="256" r:id="rId7"/>
    <p:sldId id="259" r:id="rId8"/>
    <p:sldId id="258" r:id="rId9"/>
    <p:sldId id="257" r:id="rId10"/>
    <p:sldId id="260" r:id="rId11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5F5"/>
    <a:srgbClr val="FF00FF"/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5" d="100"/>
          <a:sy n="155" d="100"/>
        </p:scale>
        <p:origin x="728" y="84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BF360C"/>
                </a:solidFill>
                <a:latin typeface="맑은 고딕"/>
              </a:rPr>
              <a:t>불균일·파단</a:t>
            </a:r>
            <a:r>
              <a:rPr sz="850" b="0" dirty="0">
                <a:solidFill>
                  <a:srgbClr val="BF360C"/>
                </a:solidFill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(DEZ 펄스)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맑은 고딕"/>
              </a:rPr>
              <a:t>균일하고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증착층</a:t>
            </a:r>
            <a:endParaRPr sz="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195173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3067" y="704155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785529" cy="1444438"/>
            <a:chOff x="1932819" y="987409"/>
            <a:chExt cx="3728282" cy="1933303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76739" cy="3501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5" y="2574230"/>
              <a:ext cx="1916391" cy="3398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05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234111" cy="3501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51763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532677" y="5365160"/>
              <a:ext cx="876455" cy="2733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7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8" y="5651763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90367" y="4066214"/>
              <a:ext cx="1088889" cy="2733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7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7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7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204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D54C0FF-E418-5003-58F2-1F9C4C66052C}"/>
              </a:ext>
            </a:extLst>
          </p:cNvPr>
          <p:cNvSpPr/>
          <p:nvPr/>
        </p:nvSpPr>
        <p:spPr>
          <a:xfrm>
            <a:off x="9306000" y="3267934"/>
            <a:ext cx="1368000" cy="927089"/>
          </a:xfrm>
          <a:prstGeom prst="rect">
            <a:avLst/>
          </a:prstGeom>
          <a:solidFill>
            <a:srgbClr val="F3E5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0" name="Picture 4">
            <a:extLst>
              <a:ext uri="{FF2B5EF4-FFF2-40B4-BE49-F238E27FC236}">
                <a16:creationId xmlns:a16="http://schemas.microsoft.com/office/drawing/2014/main" id="{A39F0CAF-9CC6-0696-239F-0070FC284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985" y="1002059"/>
            <a:ext cx="2225723" cy="145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076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044CFB18-57D2-B0AB-E4F7-B04E308CC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459" y="1096434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BC0590-1363-0719-BF9E-FA07FF056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432" y="2375217"/>
            <a:ext cx="2251075" cy="14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12660C8-4D5C-CE20-4AF9-2FD07011A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344" y="4015904"/>
            <a:ext cx="1232431" cy="45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E:\PNG\화살표\1304 - 복사본.png">
            <a:extLst>
              <a:ext uri="{FF2B5EF4-FFF2-40B4-BE49-F238E27FC236}">
                <a16:creationId xmlns:a16="http://schemas.microsoft.com/office/drawing/2014/main" id="{D3974CB5-A3AF-4E87-2AD6-AFD4AFE5B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31774" y="2512179"/>
            <a:ext cx="555412" cy="137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35E459-6A23-9C1E-CFA9-D2F7550D91DE}"/>
              </a:ext>
            </a:extLst>
          </p:cNvPr>
          <p:cNvSpPr txBox="1"/>
          <p:nvPr/>
        </p:nvSpPr>
        <p:spPr>
          <a:xfrm>
            <a:off x="535320" y="2933881"/>
            <a:ext cx="5549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Zn</a:t>
            </a:r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F</a:t>
            </a:r>
            <a:r>
              <a:rPr lang="en-US" sz="1300" b="1" baseline="-25000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2</a:t>
            </a:r>
            <a:endParaRPr lang="en-US" sz="1300" b="1" baseline="-25000" dirty="0">
              <a:solidFill>
                <a:srgbClr val="FF0000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ALD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B353F7-2E44-628B-7A15-9C7A4D676039}"/>
              </a:ext>
            </a:extLst>
          </p:cNvPr>
          <p:cNvGrpSpPr/>
          <p:nvPr/>
        </p:nvGrpSpPr>
        <p:grpSpPr>
          <a:xfrm>
            <a:off x="1932819" y="987409"/>
            <a:ext cx="3617394" cy="1881194"/>
            <a:chOff x="1932819" y="987409"/>
            <a:chExt cx="3617394" cy="1881194"/>
          </a:xfrm>
        </p:grpSpPr>
        <p:pic>
          <p:nvPicPr>
            <p:cNvPr id="3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19EBFD7E-D425-BD30-D8AD-C9B1D6D4B2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2EEB72-BFF1-182D-05E3-11053082709E}"/>
                </a:ext>
              </a:extLst>
            </p:cNvPr>
            <p:cNvSpPr txBox="1"/>
            <p:nvPr/>
          </p:nvSpPr>
          <p:spPr>
            <a:xfrm>
              <a:off x="2003738" y="2570560"/>
              <a:ext cx="38664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9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54204652-094E-21F0-2005-4D04AE360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10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2B2709A1-43A1-1A49-102E-62D421834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11" name="Picture 1078" descr="E:\PNG\화살표\1304 - 복사본.png">
              <a:extLst>
                <a:ext uri="{FF2B5EF4-FFF2-40B4-BE49-F238E27FC236}">
                  <a16:creationId xmlns:a16="http://schemas.microsoft.com/office/drawing/2014/main" id="{1ED72ACA-A894-3C49-5B81-119BD47389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5EA719-E913-F246-870A-3B5E9D584B1F}"/>
                </a:ext>
              </a:extLst>
            </p:cNvPr>
            <p:cNvSpPr txBox="1"/>
            <p:nvPr/>
          </p:nvSpPr>
          <p:spPr>
            <a:xfrm>
              <a:off x="2415085" y="16297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FFAC72-32A2-BAA4-E347-26C82A1BE1EC}"/>
                </a:ext>
              </a:extLst>
            </p:cNvPr>
            <p:cNvSpPr txBox="1"/>
            <p:nvPr/>
          </p:nvSpPr>
          <p:spPr>
            <a:xfrm>
              <a:off x="2732675" y="2568896"/>
              <a:ext cx="172528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14" name="Picture 24" descr="E:\PNG\화살표\1304 - 복사본.png">
              <a:extLst>
                <a:ext uri="{FF2B5EF4-FFF2-40B4-BE49-F238E27FC236}">
                  <a16:creationId xmlns:a16="http://schemas.microsoft.com/office/drawing/2014/main" id="{AF52B302-EF39-0CC9-4CEC-9A5EE57CB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EC1F3F-B5D1-D040-6446-CFE5A9079CDE}"/>
                </a:ext>
              </a:extLst>
            </p:cNvPr>
            <p:cNvSpPr txBox="1"/>
            <p:nvPr/>
          </p:nvSpPr>
          <p:spPr>
            <a:xfrm>
              <a:off x="3768330" y="16551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2DB5D5-C3F4-15B3-FD32-FCEA9C8CEA4D}"/>
                </a:ext>
              </a:extLst>
            </p:cNvPr>
            <p:cNvSpPr txBox="1"/>
            <p:nvPr/>
          </p:nvSpPr>
          <p:spPr>
            <a:xfrm>
              <a:off x="4490051" y="2576215"/>
              <a:ext cx="106016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EBDB4B-21FC-33FD-0DDA-1E24B8F0579C}"/>
                </a:ext>
              </a:extLst>
            </p:cNvPr>
            <p:cNvSpPr txBox="1"/>
            <p:nvPr/>
          </p:nvSpPr>
          <p:spPr>
            <a:xfrm>
              <a:off x="3775007" y="1108571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30FF60-25C1-C541-0A77-5AD6232DB69B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B286F80-D682-E30C-241C-D993C1B9945B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C7F586-E2F0-6A75-4B76-092777A122AD}"/>
                </a:ext>
              </a:extLst>
            </p:cNvPr>
            <p:cNvSpPr txBox="1"/>
            <p:nvPr/>
          </p:nvSpPr>
          <p:spPr>
            <a:xfrm>
              <a:off x="2418180" y="1129574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FEBAB7-C7BF-9F33-7730-E4FB61362781}"/>
              </a:ext>
            </a:extLst>
          </p:cNvPr>
          <p:cNvGrpSpPr/>
          <p:nvPr/>
        </p:nvGrpSpPr>
        <p:grpSpPr>
          <a:xfrm>
            <a:off x="1822446" y="4037861"/>
            <a:ext cx="4069353" cy="2200096"/>
            <a:chOff x="1822446" y="4037861"/>
            <a:chExt cx="4069353" cy="22000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B10D8A-976F-29E5-13C2-E02DDBC9A55A}"/>
                </a:ext>
              </a:extLst>
            </p:cNvPr>
            <p:cNvSpPr txBox="1"/>
            <p:nvPr/>
          </p:nvSpPr>
          <p:spPr>
            <a:xfrm>
              <a:off x="1822446" y="5651763"/>
              <a:ext cx="86889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3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3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13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A1ECC0-59BB-C2D7-1AD8-AEFA70414D36}"/>
                </a:ext>
              </a:extLst>
            </p:cNvPr>
            <p:cNvSpPr txBox="1"/>
            <p:nvPr/>
          </p:nvSpPr>
          <p:spPr>
            <a:xfrm>
              <a:off x="2515460" y="5354465"/>
              <a:ext cx="8370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10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6" name="Picture 26" descr="E:\PNG\화살표\1304 - 복사본.png">
              <a:extLst>
                <a:ext uri="{FF2B5EF4-FFF2-40B4-BE49-F238E27FC236}">
                  <a16:creationId xmlns:a16="http://schemas.microsoft.com/office/drawing/2014/main" id="{0A655A29-1775-0532-2D90-C199F8CF0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CBD0D84-20BB-7928-E0BA-21B88E7E2A3C}"/>
                </a:ext>
              </a:extLst>
            </p:cNvPr>
            <p:cNvSpPr txBox="1"/>
            <p:nvPr/>
          </p:nvSpPr>
          <p:spPr>
            <a:xfrm>
              <a:off x="2454637" y="4744764"/>
              <a:ext cx="8098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8" name="Picture 34" descr="E:\PNG\화살표\1304 - 복사본.png">
              <a:extLst>
                <a:ext uri="{FF2B5EF4-FFF2-40B4-BE49-F238E27FC236}">
                  <a16:creationId xmlns:a16="http://schemas.microsoft.com/office/drawing/2014/main" id="{2F60D7D7-34D1-EDD4-1310-4F7A044561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206620-0036-9E31-EA93-04B144DFC933}"/>
                </a:ext>
              </a:extLst>
            </p:cNvPr>
            <p:cNvSpPr txBox="1"/>
            <p:nvPr/>
          </p:nvSpPr>
          <p:spPr>
            <a:xfrm>
              <a:off x="3775007" y="4653560"/>
              <a:ext cx="8354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20" name="그림 48">
              <a:extLst>
                <a:ext uri="{FF2B5EF4-FFF2-40B4-BE49-F238E27FC236}">
                  <a16:creationId xmlns:a16="http://schemas.microsoft.com/office/drawing/2014/main" id="{D4785107-4B5D-C455-84E2-AADD9E71C6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21" name="그림 49">
              <a:extLst>
                <a:ext uri="{FF2B5EF4-FFF2-40B4-BE49-F238E27FC236}">
                  <a16:creationId xmlns:a16="http://schemas.microsoft.com/office/drawing/2014/main" id="{96030CAA-22DF-22C7-2B6C-9FD60CBC38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22" name="그림 50">
              <a:extLst>
                <a:ext uri="{FF2B5EF4-FFF2-40B4-BE49-F238E27FC236}">
                  <a16:creationId xmlns:a16="http://schemas.microsoft.com/office/drawing/2014/main" id="{C598EF39-389B-91F2-13DF-992ABDDC26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69B98B7-55FA-035A-9405-CB6593C63737}"/>
                </a:ext>
              </a:extLst>
            </p:cNvPr>
            <p:cNvSpPr txBox="1"/>
            <p:nvPr/>
          </p:nvSpPr>
          <p:spPr>
            <a:xfrm>
              <a:off x="4318163" y="5651763"/>
              <a:ext cx="1573636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309FC9-ECA4-1078-EB97-6BB7BD10FDB8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CE7F096-C4A3-94A6-78DB-49998918D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EB460F-5502-CC4F-C3FD-B133C142FDED}"/>
                </a:ext>
              </a:extLst>
            </p:cNvPr>
            <p:cNvSpPr txBox="1"/>
            <p:nvPr/>
          </p:nvSpPr>
          <p:spPr>
            <a:xfrm>
              <a:off x="2793258" y="5651763"/>
              <a:ext cx="1524905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685A04-BAD1-9C23-1CAE-34D50A1E8596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CFECB5-BED5-F76B-3ED9-950C6AB02DA9}"/>
                </a:ext>
              </a:extLst>
            </p:cNvPr>
            <p:cNvSpPr txBox="1"/>
            <p:nvPr/>
          </p:nvSpPr>
          <p:spPr>
            <a:xfrm>
              <a:off x="2464038" y="4095324"/>
              <a:ext cx="9717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9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9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5C5B792-2BCC-5307-6BEB-3BE36E0A3ADB}"/>
                </a:ext>
              </a:extLst>
            </p:cNvPr>
            <p:cNvSpPr txBox="1"/>
            <p:nvPr/>
          </p:nvSpPr>
          <p:spPr>
            <a:xfrm>
              <a:off x="3671031" y="4098096"/>
              <a:ext cx="132536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AB11A4C-483A-3160-AE40-ED3F06E3A61D}"/>
                </a:ext>
              </a:extLst>
            </p:cNvPr>
            <p:cNvSpPr txBox="1"/>
            <p:nvPr/>
          </p:nvSpPr>
          <p:spPr>
            <a:xfrm>
              <a:off x="1822446" y="5976347"/>
              <a:ext cx="26989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1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1352</TotalTime>
  <Words>2119</Words>
  <Application>Microsoft Office PowerPoint</Application>
  <PresentationFormat>Custom</PresentationFormat>
  <Paragraphs>409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9</cp:revision>
  <dcterms:created xsi:type="dcterms:W3CDTF">2013-01-27T09:14:16Z</dcterms:created>
  <dcterms:modified xsi:type="dcterms:W3CDTF">2026-04-29T08:46:39Z</dcterms:modified>
  <cp:category/>
</cp:coreProperties>
</file>