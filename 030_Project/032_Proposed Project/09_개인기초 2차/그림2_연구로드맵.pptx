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8" r:id="rId4"/>
    <p:sldId id="260" r:id="rId5"/>
    <p:sldId id="257" r:id="rId6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5" d="100"/>
          <a:sy n="155" d="100"/>
        </p:scale>
        <p:origin x="1168" y="84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2097" cy="2764801"/>
            <a:chOff x="-133366" y="1932432"/>
            <a:chExt cx="9154600" cy="27648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20684" y="2229966"/>
            <a:ext cx="774960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20684" y="3264117"/>
            <a:ext cx="774960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20684" y="4303515"/>
            <a:ext cx="774960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20684" y="2011632"/>
            <a:ext cx="7864057" cy="332688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59C4DCE-44A5-5FDF-FFA1-77FEF75D866C}"/>
              </a:ext>
            </a:extLst>
          </p:cNvPr>
          <p:cNvCxnSpPr>
            <a:cxnSpLocks/>
          </p:cNvCxnSpPr>
          <p:nvPr/>
        </p:nvCxnSpPr>
        <p:spPr>
          <a:xfrm>
            <a:off x="1100668" y="2011632"/>
            <a:ext cx="0" cy="3333234"/>
          </a:xfrm>
          <a:prstGeom prst="line">
            <a:avLst/>
          </a:prstGeom>
          <a:ln w="6350">
            <a:solidFill>
              <a:srgbClr val="CDD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107">
            <a:extLst>
              <a:ext uri="{FF2B5EF4-FFF2-40B4-BE49-F238E27FC236}">
                <a16:creationId xmlns:a16="http://schemas.microsoft.com/office/drawing/2014/main" id="{2738BB68-372E-242F-F7F0-D1CD895D58B2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4057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9EC8388-7ED0-559A-00F1-94BECB505212}"/>
              </a:ext>
            </a:extLst>
          </p:cNvPr>
          <p:cNvSpPr/>
          <p:nvPr/>
        </p:nvSpPr>
        <p:spPr>
          <a:xfrm>
            <a:off x="332984" y="2017882"/>
            <a:ext cx="779983" cy="20615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029C5F-A4D6-43CE-BF7A-86B04E2FF5E5}"/>
              </a:ext>
            </a:extLst>
          </p:cNvPr>
          <p:cNvSpPr/>
          <p:nvPr/>
        </p:nvSpPr>
        <p:spPr>
          <a:xfrm>
            <a:off x="1100668" y="2017882"/>
            <a:ext cx="1853997" cy="206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세부 연구 내용</a:t>
            </a:r>
            <a:endParaRPr lang="en-US" sz="1100" dirty="0">
              <a:solidFill>
                <a:schemeClr val="tx1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7" name="Connector 164">
            <a:extLst>
              <a:ext uri="{FF2B5EF4-FFF2-40B4-BE49-F238E27FC236}">
                <a16:creationId xmlns:a16="http://schemas.microsoft.com/office/drawing/2014/main" id="{C3868DA2-7422-2351-30AE-B28ED7F34AD5}"/>
              </a:ext>
            </a:extLst>
          </p:cNvPr>
          <p:cNvCxnSpPr>
            <a:cxnSpLocks/>
          </p:cNvCxnSpPr>
          <p:nvPr/>
        </p:nvCxnSpPr>
        <p:spPr>
          <a:xfrm>
            <a:off x="1105761" y="2017882"/>
            <a:ext cx="0" cy="33228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>
            <a:cxnSpLocks/>
          </p:cNvCxnSpPr>
          <p:nvPr/>
        </p:nvCxnSpPr>
        <p:spPr>
          <a:xfrm>
            <a:off x="2954668" y="2011632"/>
            <a:ext cx="0" cy="33228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64">
            <a:extLst>
              <a:ext uri="{FF2B5EF4-FFF2-40B4-BE49-F238E27FC236}">
                <a16:creationId xmlns:a16="http://schemas.microsoft.com/office/drawing/2014/main" id="{C70AFD3F-8C90-76E7-5243-19789B9A819A}"/>
              </a:ext>
            </a:extLst>
          </p:cNvPr>
          <p:cNvCxnSpPr>
            <a:cxnSpLocks/>
          </p:cNvCxnSpPr>
          <p:nvPr/>
        </p:nvCxnSpPr>
        <p:spPr>
          <a:xfrm>
            <a:off x="1101661" y="2011632"/>
            <a:ext cx="0" cy="33228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1286</Words>
  <Application>Microsoft Office PowerPoint</Application>
  <PresentationFormat>Custom</PresentationFormat>
  <Paragraphs>268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맑은 고딕</vt:lpstr>
      <vt:lpstr>에스코어 드림 4 Regular</vt:lpstr>
      <vt:lpstr>에스코어 드림 6 Bold</vt:lpstr>
      <vt:lpstr>에스코어 드림 7 ExtraBold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3</cp:revision>
  <dcterms:created xsi:type="dcterms:W3CDTF">2013-01-27T09:14:16Z</dcterms:created>
  <dcterms:modified xsi:type="dcterms:W3CDTF">2026-04-28T10:45:15Z</dcterms:modified>
  <cp:category/>
</cp:coreProperties>
</file>