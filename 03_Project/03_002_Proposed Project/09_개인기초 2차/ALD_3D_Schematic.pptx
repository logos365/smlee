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457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Layer Deposition (ALD) — 1 Cycle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37490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566928"/>
            <a:ext cx="37490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3081528"/>
            <a:ext cx="37490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081528"/>
            <a:ext cx="37490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8E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" y="612648"/>
            <a:ext cx="2496312" cy="19202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612648"/>
            <a:ext cx="2496312" cy="19202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244" y="3127248"/>
            <a:ext cx="2496312" cy="19202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" y="3127248"/>
            <a:ext cx="2496312" cy="19202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4360" y="658368"/>
            <a:ext cx="658368" cy="219456"/>
          </a:xfrm>
          <a:prstGeom prst="rect">
            <a:avLst/>
          </a:prstGeom>
          <a:solidFill>
            <a:srgbClr val="2C6FAC"/>
          </a:solidFill>
          <a:ln>
            <a:solidFill>
              <a:srgbClr val="2C6FA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4846320" y="658368"/>
            <a:ext cx="658368" cy="219456"/>
          </a:xfrm>
          <a:prstGeom prst="rect">
            <a:avLst/>
          </a:prstGeom>
          <a:solidFill>
            <a:srgbClr val="D47B00"/>
          </a:solidFill>
          <a:ln>
            <a:solidFill>
              <a:srgbClr val="D47B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4846320" y="3172968"/>
            <a:ext cx="658368" cy="219456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594360" y="3172968"/>
            <a:ext cx="658368" cy="219456"/>
          </a:xfrm>
          <a:prstGeom prst="rect">
            <a:avLst/>
          </a:prstGeom>
          <a:solidFill>
            <a:srgbClr val="6A1A8C"/>
          </a:solidFill>
          <a:ln>
            <a:solidFill>
              <a:srgbClr val="6A1A8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4288536" y="1572768"/>
            <a:ext cx="429768" cy="0"/>
          </a:xfrm>
          <a:prstGeom prst="line">
            <a:avLst/>
          </a:prstGeom>
          <a:noFill/>
          <a:ln w="38100">
            <a:solidFill>
              <a:srgbClr val="1976D2"/>
            </a:solidFill>
            <a:prstDash val="solid"/>
            <a:tailEnd type="triangle"/>
          </a:ln>
        </p:spPr>
      </p:sp>
      <p:sp>
        <p:nvSpPr>
          <p:cNvPr id="16" name="Shape 10"/>
          <p:cNvSpPr/>
          <p:nvPr/>
        </p:nvSpPr>
        <p:spPr>
          <a:xfrm>
            <a:off x="6629400" y="2615184"/>
            <a:ext cx="0" cy="429768"/>
          </a:xfrm>
          <a:prstGeom prst="line">
            <a:avLst/>
          </a:prstGeom>
          <a:noFill/>
          <a:ln w="38100">
            <a:solidFill>
              <a:srgbClr val="1976D2"/>
            </a:solidFill>
            <a:prstDash val="solid"/>
            <a:tailEnd type="triangle"/>
          </a:ln>
        </p:spPr>
      </p:sp>
      <p:sp>
        <p:nvSpPr>
          <p:cNvPr id="17" name="Shape 11"/>
          <p:cNvSpPr/>
          <p:nvPr/>
        </p:nvSpPr>
        <p:spPr>
          <a:xfrm>
            <a:off x="4288536" y="4087368"/>
            <a:ext cx="429768" cy="0"/>
          </a:xfrm>
          <a:prstGeom prst="line">
            <a:avLst/>
          </a:prstGeom>
          <a:noFill/>
          <a:ln w="38100">
            <a:solidFill>
              <a:srgbClr val="1976D2"/>
            </a:solidFill>
            <a:prstDash val="solid"/>
            <a:headEnd type="triangle"/>
          </a:ln>
        </p:spPr>
      </p:sp>
      <p:sp>
        <p:nvSpPr>
          <p:cNvPr id="18" name="Shape 12"/>
          <p:cNvSpPr/>
          <p:nvPr/>
        </p:nvSpPr>
        <p:spPr>
          <a:xfrm>
            <a:off x="2377440" y="2615184"/>
            <a:ext cx="0" cy="429768"/>
          </a:xfrm>
          <a:prstGeom prst="line">
            <a:avLst/>
          </a:prstGeom>
          <a:noFill/>
          <a:ln w="38100">
            <a:solidFill>
              <a:srgbClr val="1976D2"/>
            </a:solidFill>
            <a:prstDash val="solid"/>
            <a:headEnd type="triangle"/>
          </a:ln>
        </p:spPr>
      </p:sp>
      <p:sp>
        <p:nvSpPr>
          <p:cNvPr id="19" name="Shape 13"/>
          <p:cNvSpPr/>
          <p:nvPr/>
        </p:nvSpPr>
        <p:spPr>
          <a:xfrm>
            <a:off x="4155948" y="2592324"/>
            <a:ext cx="694944" cy="475488"/>
          </a:xfrm>
          <a:prstGeom prst="ellipse">
            <a:avLst/>
          </a:prstGeom>
          <a:solidFill>
            <a:srgbClr val="1565C0"/>
          </a:solidFill>
          <a:ln w="19050">
            <a:solidFill>
              <a:srgbClr val="0D47A1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155948" y="2592324"/>
            <a:ext cx="694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182880" y="4828032"/>
            <a:ext cx="8778240" cy="237744"/>
          </a:xfrm>
          <a:prstGeom prst="rect">
            <a:avLst/>
          </a:prstGeom>
          <a:solidFill>
            <a:srgbClr val="E8EEF8"/>
          </a:solidFill>
          <a:ln w="12700">
            <a:solidFill>
              <a:srgbClr val="C0CCE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ALD: self-limiting surface reactions — precise monolayer-by-monolayer growth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ALD Process - 3D Schematic</dc:title>
  <dc:subject>PptxGenJS Presentation</dc:subject>
  <dc:creator>PptxGenJS</dc:creator>
  <cp:lastModifiedBy>PptxGenJS</cp:lastModifiedBy>
  <cp:revision>1</cp:revision>
  <dcterms:created xsi:type="dcterms:W3CDTF">2026-04-29T08:51:17Z</dcterms:created>
  <dcterms:modified xsi:type="dcterms:W3CDTF">2026-04-29T08:51:17Z</dcterms:modified>
</cp:coreProperties>
</file>