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 showGuides="1">
      <p:cViewPr varScale="1">
        <p:scale>
          <a:sx n="155" d="100"/>
          <a:sy n="155" d="100"/>
        </p:scale>
        <p:origin x="37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ung-Mo Lee" userId="01cc44d88b4d163f" providerId="LiveId" clId="{67635B0E-0A28-446A-A731-0B1EC3310876}"/>
    <pc:docChg chg="custSel addSld modSld">
      <pc:chgData name="Seung-Mo Lee" userId="01cc44d88b4d163f" providerId="LiveId" clId="{67635B0E-0A28-446A-A731-0B1EC3310876}" dt="2026-02-11T05:01:27.771" v="7" actId="22"/>
      <pc:docMkLst>
        <pc:docMk/>
      </pc:docMkLst>
      <pc:sldChg chg="addSp delSp new mod">
        <pc:chgData name="Seung-Mo Lee" userId="01cc44d88b4d163f" providerId="LiveId" clId="{67635B0E-0A28-446A-A731-0B1EC3310876}" dt="2026-02-11T04:47:12.968" v="2" actId="22"/>
        <pc:sldMkLst>
          <pc:docMk/>
          <pc:sldMk cId="3281093332" sldId="257"/>
        </pc:sldMkLst>
        <pc:spChg chg="del">
          <ac:chgData name="Seung-Mo Lee" userId="01cc44d88b4d163f" providerId="LiveId" clId="{67635B0E-0A28-446A-A731-0B1EC3310876}" dt="2026-02-11T04:47:12.629" v="1" actId="478"/>
          <ac:spMkLst>
            <pc:docMk/>
            <pc:sldMk cId="3281093332" sldId="257"/>
            <ac:spMk id="2" creationId="{C5BC4EEC-D479-4B3B-8995-8E26A20DD5DA}"/>
          </ac:spMkLst>
        </pc:spChg>
        <pc:spChg chg="del">
          <ac:chgData name="Seung-Mo Lee" userId="01cc44d88b4d163f" providerId="LiveId" clId="{67635B0E-0A28-446A-A731-0B1EC3310876}" dt="2026-02-11T04:47:12.629" v="1" actId="478"/>
          <ac:spMkLst>
            <pc:docMk/>
            <pc:sldMk cId="3281093332" sldId="257"/>
            <ac:spMk id="3" creationId="{3D9C52DB-BBBE-4683-BFA0-6D00728BF41C}"/>
          </ac:spMkLst>
        </pc:spChg>
        <pc:picChg chg="add">
          <ac:chgData name="Seung-Mo Lee" userId="01cc44d88b4d163f" providerId="LiveId" clId="{67635B0E-0A28-446A-A731-0B1EC3310876}" dt="2026-02-11T04:47:12.968" v="2" actId="22"/>
          <ac:picMkLst>
            <pc:docMk/>
            <pc:sldMk cId="3281093332" sldId="257"/>
            <ac:picMk id="5" creationId="{0ED2CE02-AA43-4899-A640-F2488999BB77}"/>
          </ac:picMkLst>
        </pc:picChg>
      </pc:sldChg>
      <pc:sldChg chg="addSp new mod">
        <pc:chgData name="Seung-Mo Lee" userId="01cc44d88b4d163f" providerId="LiveId" clId="{67635B0E-0A28-446A-A731-0B1EC3310876}" dt="2026-02-11T04:48:51.642" v="6" actId="22"/>
        <pc:sldMkLst>
          <pc:docMk/>
          <pc:sldMk cId="3151829368" sldId="258"/>
        </pc:sldMkLst>
        <pc:picChg chg="add">
          <ac:chgData name="Seung-Mo Lee" userId="01cc44d88b4d163f" providerId="LiveId" clId="{67635B0E-0A28-446A-A731-0B1EC3310876}" dt="2026-02-11T04:48:51.642" v="6" actId="22"/>
          <ac:picMkLst>
            <pc:docMk/>
            <pc:sldMk cId="3151829368" sldId="258"/>
            <ac:picMk id="5" creationId="{37E83B57-0C9B-439C-9D49-C92E55489EBE}"/>
          </ac:picMkLst>
        </pc:picChg>
      </pc:sldChg>
      <pc:sldChg chg="addSp new mod">
        <pc:chgData name="Seung-Mo Lee" userId="01cc44d88b4d163f" providerId="LiveId" clId="{67635B0E-0A28-446A-A731-0B1EC3310876}" dt="2026-02-11T05:01:27.771" v="7" actId="22"/>
        <pc:sldMkLst>
          <pc:docMk/>
          <pc:sldMk cId="680056118" sldId="259"/>
        </pc:sldMkLst>
        <pc:picChg chg="add">
          <ac:chgData name="Seung-Mo Lee" userId="01cc44d88b4d163f" providerId="LiveId" clId="{67635B0E-0A28-446A-A731-0B1EC3310876}" dt="2026-02-11T05:01:27.771" v="7" actId="22"/>
          <ac:picMkLst>
            <pc:docMk/>
            <pc:sldMk cId="680056118" sldId="259"/>
            <ac:picMk id="5" creationId="{CA4090C6-4D85-45F0-BC3E-721B8CD75CF0}"/>
          </ac:picMkLst>
        </pc:picChg>
      </pc:sldChg>
      <pc:sldChg chg="new">
        <pc:chgData name="Seung-Mo Lee" userId="01cc44d88b4d163f" providerId="LiveId" clId="{67635B0E-0A28-446A-A731-0B1EC3310876}" dt="2026-02-11T04:48:47.281" v="5" actId="680"/>
        <pc:sldMkLst>
          <pc:docMk/>
          <pc:sldMk cId="2130731778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A8791-DEBA-416E-AB1D-ABAFAB48F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A7CB17-AFAE-43F8-B400-D43622786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E3A84-3918-4A3A-8D38-9C31F6A3A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29651-6A58-4691-94A5-B0A7A323CA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42174-073A-4FAF-AB91-BB66A0288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1346D-632B-4523-BDE5-04A6B387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8CA-C58F-451E-9ED5-4A601303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7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5FCFA-78B3-478F-859D-895399EB3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0EE23-FDED-48A2-A76C-303D74FD2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3856D-0618-4616-BC6F-36AD8BFFB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29651-6A58-4691-94A5-B0A7A323CA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67305-2111-411C-8E55-F876ED2D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E7A5F-723A-49D6-8D98-A4218DA37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8CA-C58F-451E-9ED5-4A601303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41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5BAF0-03EB-40DE-8DE6-81A68B829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990F3-7240-4353-97DF-D54371C87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C4EBF-0878-43E9-A53D-D76825DE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29651-6A58-4691-94A5-B0A7A323CA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3CF4F-39B5-4B07-9703-96BBFD31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BFB5A-187F-4706-BC98-2F69BC777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8CA-C58F-451E-9ED5-4A601303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23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2D49E-58AC-4DC7-914D-27609D954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8DE1E-0133-48F5-A062-B312AA782E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E042D-976A-4419-9993-1245D4A77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6F871-863E-42F1-BFB5-EDF77126E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29651-6A58-4691-94A5-B0A7A323CA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3D5EF-E66B-406E-B540-5C9D053F3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52551-5306-4ECE-AE3B-0DF4A3DDF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8CA-C58F-451E-9ED5-4A601303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21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C40F-C2C2-4D65-96A3-59215163A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F2ECB-8F30-4C5A-B79E-D97237B03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90E91-73BF-481C-8BFF-3F2222E98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E50DCE-54A8-4EFE-A778-3302CD4131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86BAA1-7109-408C-8BBA-7C814AFA48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F135CB-020A-429F-B1B7-E09C59A20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29651-6A58-4691-94A5-B0A7A323CA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47B0B0-97C8-4850-9B9F-DCEE2800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84DDED-EFFB-4512-94B5-844FC25F3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8CA-C58F-451E-9ED5-4A601303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92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9CF14-11A6-470B-BDA8-240FA4E73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3D73E-6B64-47C5-A3B3-8B227DBCF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29651-6A58-4691-94A5-B0A7A323CA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3B09E0-E899-4213-A43E-C455C9995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394B2-8FFB-4946-AD96-9B24A89BC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8CA-C58F-451E-9ED5-4A601303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60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1A86D8-F021-48EA-BD39-10D255BBE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29651-6A58-4691-94A5-B0A7A323CA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045880-F432-4A29-BB98-773022346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D8161-03C9-4A16-801D-22157D6DE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8CA-C58F-451E-9ED5-4A601303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660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51DF0-C530-4D40-97B2-6184BEBC5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7B9F6-B37B-45FC-8F38-F8DEC4933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9F52B9-9C1C-482C-A459-7787C15BA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D3DB3-C447-4ABF-A5D6-AF1E1860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29651-6A58-4691-94A5-B0A7A323CA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8B33E-46E6-4CC5-8835-DE905C8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74089E-A58B-4839-BB7D-C5153B00C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8CA-C58F-451E-9ED5-4A601303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138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A52D-B1D7-4843-895A-6CCB760C7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457B17-D45D-46CA-BA2B-8CCBC22486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7324BC-E3DA-4B61-BD58-6D82CA274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93859-5515-4338-A830-BBCCB3076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29651-6A58-4691-94A5-B0A7A323CA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2D617-BC82-4105-8887-CB536FBF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8D39B-8699-4C3F-A9D4-CCC70C21E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8CA-C58F-451E-9ED5-4A601303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95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089DF-8A97-40E3-8930-23DD4AF0A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6EB11A-A9AC-4A28-8825-802A4EE4A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EBB67-308B-4FEB-9460-610555CC5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29651-6A58-4691-94A5-B0A7A323CA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F081C-1AB9-4C88-941F-EB87757C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7F7A-35C6-45AC-9AB9-8A4AB42A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8CA-C58F-451E-9ED5-4A601303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79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0695D7-0B4F-4AC1-96F8-EA55658ED0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DCF0F-A39E-4E1B-810D-2B4B5238B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0B9D8-1FDA-4F59-A703-F5A748526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29651-6A58-4691-94A5-B0A7A323CA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88573-F705-4070-90ED-057AE6BC1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74E00-EF2B-4E1D-9129-909CFD992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8CA-C58F-451E-9ED5-4A601303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81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BB8021-BB1F-4D61-B387-68057D918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7F42A-F3B3-49AE-ACE5-63628F3AE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59C58-1435-47C2-BEE2-F5E2A42888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29651-6A58-4691-94A5-B0A7A323CA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0054D-42B7-47D0-BA46-958AF3FA1F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AC057-BF13-443E-B54D-7B183EA48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FD8CA-C58F-451E-9ED5-4A6013032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C5E0A4-BB21-4147-8C23-9613C44D4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847"/>
            <a:ext cx="12192000" cy="648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51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D2CE02-AA43-4899-A640-F2488999B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664"/>
            <a:ext cx="12192000" cy="653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093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22E66-609C-4CE9-81A7-527B56176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BEADB-D614-4955-986D-625954B7E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E83B57-0C9B-439C-9D49-C92E55489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505"/>
            <a:ext cx="12192000" cy="650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829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78DAF-B375-4ED8-AF64-34AEE3CEE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CD918-5B84-4992-9394-1C1C7889F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4090C6-4D85-45F0-BC3E-721B8CD75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992" y="0"/>
            <a:ext cx="94420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05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B4A08-737D-4B6C-8C79-791CBA67C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3B173-21E6-4FB2-BB10-2748B95EB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731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Seung-Mo Lee</dc:creator>
  <cp:lastModifiedBy>Seung-Mo Lee</cp:lastModifiedBy>
  <cp:revision>2</cp:revision>
  <dcterms:created xsi:type="dcterms:W3CDTF">2026-02-11T04:39:05Z</dcterms:created>
  <dcterms:modified xsi:type="dcterms:W3CDTF">2026-02-11T05:01:29Z</dcterms:modified>
</cp:coreProperties>
</file>