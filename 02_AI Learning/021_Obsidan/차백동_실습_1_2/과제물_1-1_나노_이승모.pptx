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1" r:id="rId5"/>
    <p:sldId id="263" r:id="rId6"/>
    <p:sldId id="259" r:id="rId7"/>
    <p:sldId id="260" r:id="rId8"/>
    <p:sldId id="264" r:id="rId9"/>
    <p:sldId id="262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0448873-ED93-4AAC-91A7-B39E06AA56AC}">
          <p14:sldIdLst>
            <p14:sldId id="256"/>
            <p14:sldId id="258"/>
            <p14:sldId id="257"/>
            <p14:sldId id="261"/>
          </p14:sldIdLst>
        </p14:section>
        <p14:section name="과제 1_1" id="{3F19E80B-E596-4C4F-A7DD-BADE54D24F4F}">
          <p14:sldIdLst>
            <p14:sldId id="263"/>
            <p14:sldId id="259"/>
            <p14:sldId id="260"/>
            <p14:sldId id="264"/>
            <p14:sldId id="262"/>
            <p14:sldId id="26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eung-Mo Lee" initials="SML" lastIdx="2" clrIdx="0">
    <p:extLst>
      <p:ext uri="{19B8F6BF-5375-455C-9EA6-DF929625EA0E}">
        <p15:presenceInfo xmlns:p15="http://schemas.microsoft.com/office/powerpoint/2012/main" userId="01cc44d88b4d163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1332" y="12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30CC0-6C9F-4A47-8B9E-36C2A601DD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81CB2D-D6BE-4610-98F9-D23B2D5197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A7CDFB-C6F5-4073-873C-0A58A3AC5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6C3D7-F871-4AF6-862A-E70792CB8A67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3E4914-478D-434F-86D2-2E2F280C8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E699E1-BCDE-4B78-B547-2B97872FE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21F70-0447-4433-BC0F-2A838B348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458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7BF71-9119-4A71-B32C-0404387C6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F38748-7FB8-4A9C-A4EC-BA3B225FD5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AEE6CD-E11B-4E47-8F12-60E08EE9E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6C3D7-F871-4AF6-862A-E70792CB8A67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376FA8-3B2C-4B70-89A1-3647C416A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330DBC-C4B4-460C-817F-2FB8CAA00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21F70-0447-4433-BC0F-2A838B348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631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F41ED-24B9-47CE-8687-6F3F2581A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9CA35-736B-4D89-8495-768D04972E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65FBCB-A207-4C4C-9281-7570AD7E2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6C3D7-F871-4AF6-862A-E70792CB8A67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C73246-A5BA-4AF0-B3E2-41EB007C1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900BD9-50DC-4CDE-944A-B2BB3A9A8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21F70-0447-4433-BC0F-2A838B348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267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CF8F7-6A5A-437B-B223-10825BEEB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7740B-EFD4-4C2F-B3CE-95D0BF3D84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52D34D-D1EB-475E-93D2-A5E6BCC678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AA4FB6-64DA-4922-AFAE-2958D37BE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6C3D7-F871-4AF6-862A-E70792CB8A67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84C4C8-FB90-44F9-B65E-235DF3C63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0D1EEE-21E4-458D-9446-8AB4C9EB4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21F70-0447-4433-BC0F-2A838B348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994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76051-3158-44B4-8489-8468D4EA5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2C06DB-02B8-4901-87E1-237E5FE2F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6770B7-E671-451C-957D-A75B355F13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A637F7-B673-4F56-9136-3929964249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203C11-FE0B-4FAF-A241-3D1AD7F2B5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9347A3-CF0E-45F0-83B8-D28627DD8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6C3D7-F871-4AF6-862A-E70792CB8A67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057958-1AE3-4A7D-B25D-A46668F17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681981-24FE-46DB-ADE0-52E093108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21F70-0447-4433-BC0F-2A838B348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46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3506-4C59-4CA6-8773-86489E700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51E588-D929-4E77-A3EF-102EEE411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6C3D7-F871-4AF6-862A-E70792CB8A67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5E786F-9347-4136-9723-468364D72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94C2B5-6CA7-4FAA-A01B-EF3BDFFAA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21F70-0447-4433-BC0F-2A838B348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847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2F9CC1-3C46-478B-BEEF-721C6BDAB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6C3D7-F871-4AF6-862A-E70792CB8A67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33CED0-F045-44A0-8ABC-A4535C536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250BDD-47B2-418B-8F51-67F564512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21F70-0447-4433-BC0F-2A838B348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455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5D9D2-81A8-41B8-8A85-4201CF42F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08EB7-0676-4E4D-84DF-86BD0F3D26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41EBF1-79BF-41B8-BD58-305BB14959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EA8B92-F91D-4A8C-AB28-444F01D13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6C3D7-F871-4AF6-862A-E70792CB8A67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2EB9AB-9E6F-4E16-BC83-E1B5F75AC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6174A3-95F6-45F2-9743-52A5D712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21F70-0447-4433-BC0F-2A838B348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834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60897-56C2-47F4-BB34-CF07C246A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B0E28D-5BC4-4A09-BED6-E3F9B5A3DA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320FBE-EC93-4C4C-9757-52EC3A8ED3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FB4FBD-501B-459F-A591-9338FE730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6C3D7-F871-4AF6-862A-E70792CB8A67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2FEA17-2E4B-4FDC-B996-940C62BCC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3C3326-6538-4732-9979-B622878C2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21F70-0447-4433-BC0F-2A838B348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444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AB465-80BD-4446-B8C4-DA93BCC45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55CFB8-4CDA-42EF-AF73-8CB785C373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2BC948-87D6-478B-8972-8E7130B72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6C3D7-F871-4AF6-862A-E70792CB8A67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0A0AA-214D-4710-BDAB-A78DC30EB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48DCA2-381F-4A43-A69F-F8838C42D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21F70-0447-4433-BC0F-2A838B348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279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A8BE19-CDD7-4DF2-AC24-B6681DE792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D0ED11-38A4-426F-ACCC-EA08F6C9D4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4198BD-75BE-450F-957A-5E5F5882B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6C3D7-F871-4AF6-862A-E70792CB8A67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CAC431-311E-4322-88BA-8180F29FA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8ABBD1-F389-4A7C-9543-47E5221CC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21F70-0447-4433-BC0F-2A838B348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816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8B0D14-9EAB-4582-A06C-358866040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8C13FB-A708-4827-B08D-8E7D26C1F6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0871DF-03BF-4703-A7A3-10B4DEB6FD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D6C3D7-F871-4AF6-862A-E70792CB8A67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5A6A42-877D-47B7-BD28-01D22D8D6A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1F2D09-9FBA-4758-A9C3-C61C1CA0B5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E21F70-0447-4433-BC0F-2A838B348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803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801DA87-4534-49CE-852C-3835275A1C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433" y="796789"/>
            <a:ext cx="5531134" cy="526442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11729D3-9969-4607-9EB1-A43EE0EDC2D0}"/>
              </a:ext>
            </a:extLst>
          </p:cNvPr>
          <p:cNvSpPr txBox="1"/>
          <p:nvPr/>
        </p:nvSpPr>
        <p:spPr>
          <a:xfrm>
            <a:off x="1231900" y="62161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815c8ed34e025ac1</a:t>
            </a:r>
          </a:p>
        </p:txBody>
      </p:sp>
    </p:spTree>
    <p:extLst>
      <p:ext uri="{BB962C8B-B14F-4D97-AF65-F5344CB8AC3E}">
        <p14:creationId xmlns:p14="http://schemas.microsoft.com/office/powerpoint/2010/main" val="3491232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BB2CFF0-90E7-4D5B-8DEF-30C91284F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9197" y="0"/>
            <a:ext cx="61336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722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C9906C1-DCF4-46B8-ABC8-8F46AE392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9850" y="670304"/>
            <a:ext cx="12192000" cy="43108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FAC6B18-5750-46D9-936B-D4CCE8BCD916}"/>
              </a:ext>
            </a:extLst>
          </p:cNvPr>
          <p:cNvSpPr txBox="1"/>
          <p:nvPr/>
        </p:nvSpPr>
        <p:spPr>
          <a:xfrm>
            <a:off x="2482850" y="566368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https://github.com/Logos365/SMLEE.git</a:t>
            </a:r>
          </a:p>
        </p:txBody>
      </p:sp>
    </p:spTree>
    <p:extLst>
      <p:ext uri="{BB962C8B-B14F-4D97-AF65-F5344CB8AC3E}">
        <p14:creationId xmlns:p14="http://schemas.microsoft.com/office/powerpoint/2010/main" val="3903813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5108D55-D77E-42E9-B81B-77F1BE207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9003"/>
            <a:ext cx="12192000" cy="6459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522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36E4E3A-E1D8-44DF-B456-680F7B29F7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678" y="1666629"/>
            <a:ext cx="7830643" cy="352474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9FB703E-275A-43DC-AB7A-17603ED22088}"/>
              </a:ext>
            </a:extLst>
          </p:cNvPr>
          <p:cNvSpPr txBox="1"/>
          <p:nvPr/>
        </p:nvSpPr>
        <p:spPr>
          <a:xfrm>
            <a:off x="266699" y="110924"/>
            <a:ext cx="51223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/>
              <a:t>과제 </a:t>
            </a:r>
            <a:r>
              <a:rPr lang="en-US" altLang="ko-KR" sz="2800" b="1" dirty="0"/>
              <a:t>1_1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470929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44A39AC-0FE2-4550-83EC-2D041BFD7E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9990" y="0"/>
            <a:ext cx="74120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2954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165C9B2-C34A-4B8C-B4F7-716FA1C074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168" y="126408"/>
            <a:ext cx="10960663" cy="40642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54B65DA-A230-49D0-A923-78438A09DF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435" y="4655934"/>
            <a:ext cx="10960663" cy="2075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1259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FB8386C-F770-472C-BD76-CEB4E011C7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7548"/>
          <a:stretch/>
        </p:blipFill>
        <p:spPr>
          <a:xfrm>
            <a:off x="685800" y="421905"/>
            <a:ext cx="6565900" cy="3102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687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30662FB-2DF7-4957-9B72-378756ECCB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153" y="2161998"/>
            <a:ext cx="6401693" cy="25340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0818E95-F07C-45EE-8CF4-B7B62BDB1122}"/>
              </a:ext>
            </a:extLst>
          </p:cNvPr>
          <p:cNvSpPr txBox="1"/>
          <p:nvPr/>
        </p:nvSpPr>
        <p:spPr>
          <a:xfrm>
            <a:off x="266699" y="110924"/>
            <a:ext cx="51223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/>
              <a:t>과제 </a:t>
            </a:r>
            <a:r>
              <a:rPr lang="en-US" altLang="ko-KR" sz="2800" b="1" dirty="0"/>
              <a:t>1_1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4079389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AA0B395-7B4A-49CB-B42D-10190AC432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597" y="625336"/>
            <a:ext cx="6902805" cy="5416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3127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2619</TotalTime>
  <Words>16</Words>
  <Application>Microsoft Office PowerPoint</Application>
  <PresentationFormat>Widescreen</PresentationFormat>
  <Paragraphs>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Seung-Mo Lee</dc:creator>
  <cp:lastModifiedBy>Seung-Mo Lee</cp:lastModifiedBy>
  <cp:revision>13</cp:revision>
  <dcterms:created xsi:type="dcterms:W3CDTF">2026-02-05T11:26:33Z</dcterms:created>
  <dcterms:modified xsi:type="dcterms:W3CDTF">2026-02-07T07:05:59Z</dcterms:modified>
</cp:coreProperties>
</file>